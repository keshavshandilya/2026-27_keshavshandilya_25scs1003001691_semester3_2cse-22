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97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6234A"/>
          </a:solidFill>
          <a:ln/>
        </p:spPr>
      </p:sp>
      <p:pic>
        <p:nvPicPr>
          <p:cNvPr id="3" name="Image 0" descr="/home/claude/work/ppt/assets/iil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66928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3444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 —  ARTIFICIAL INTELLIGENCE INTERNSHIP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 &amp; Spotify Songs’ Genre Segmentation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Internship Presentation Report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December 2025 – 05 January 2026 (1 Month)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E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868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D2C58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58200" y="15727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/ Roll No.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582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25SCS1003001691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15727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058400" y="1783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CSE-AI/ML, 2CSE-22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0" y="5532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4C77E8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56327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58200" y="5833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58200" y="6108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Industry-Mentored AI Internship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63624"/>
            <a:ext cx="54864" cy="40965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cand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282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733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167128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25SCS1003001691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AI/ML (IBM-ICE)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2CSE-22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2025-2029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563624"/>
            <a:ext cx="54864" cy="40965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7282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6733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167128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— Artificial Intelligence Internship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Undertaken: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(Cardiovascular Disease Prediction; Spotify Genre Segmentation)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(05 Dec 2025 – 05 Jan 2026)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Dice ID: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CRZ140452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Head:  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 Ingle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Corizo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Indian ed-tech platform that provides internships, professional training programs, career guidance and mentorship to engineering and management students, aiming to bridge the gap between classroom learning and industry requirements.</a:t>
            </a:r>
            <a:endParaRPr lang="en-US" sz="1350" dirty="0"/>
          </a:p>
        </p:txBody>
      </p:sp>
      <p:pic>
        <p:nvPicPr>
          <p:cNvPr id="5" name="Image 0" descr="/home/claude/work/ppt/icons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80720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Model: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learners with experienced industry mentors through a structured, project-based curriculum.</a:t>
            </a:r>
            <a:endParaRPr lang="en-US" sz="1250" dirty="0"/>
          </a:p>
        </p:txBody>
      </p:sp>
      <p:pic>
        <p:nvPicPr>
          <p:cNvPr id="7" name="Image 1" descr="/home/claude/work/ppt/icons/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76732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Training: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programs across Data Science, Machine Learning, Web Development, Cyber Security and Cloud Computing.</a:t>
            </a:r>
            <a:endParaRPr lang="en-US" sz="1250" dirty="0"/>
          </a:p>
        </p:txBody>
      </p:sp>
      <p:pic>
        <p:nvPicPr>
          <p:cNvPr id="9" name="Image 2" descr="/home/claude/work/ppt/icons/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00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72744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Certification: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Issues an internship completion certificate on successful evaluation of assigned project work.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7818120" y="160020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2" name="Text 7"/>
          <p:cNvSpPr/>
          <p:nvPr/>
        </p:nvSpPr>
        <p:spPr>
          <a:xfrm>
            <a:off x="7955280" y="169164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7955280" y="233720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PROJECTS COMPLETED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818120" y="292608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5" name="Text 10"/>
          <p:cNvSpPr/>
          <p:nvPr/>
        </p:nvSpPr>
        <p:spPr>
          <a:xfrm>
            <a:off x="7955280" y="301752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96,965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7955280" y="366308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 RECORDS ANALYZED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818120" y="425196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8" name="Text 13"/>
          <p:cNvSpPr/>
          <p:nvPr/>
        </p:nvSpPr>
        <p:spPr>
          <a:xfrm>
            <a:off x="7955280" y="434340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955280" y="498896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CHARTS PRODUCED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and engineer features across two real-world datasets of over 96,000 combined records.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38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94176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distributions, relationships and correlations to understand each dataset before modeling.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6" name="Image 2" descr="/home/claude/work/ppt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9385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47104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supervised classifiers for disease prediction, and apply K-Means clustering for genre segmentation.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07424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07424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21" name="Image 3" descr="/home/claude/work/ppt/icons/tren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938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65792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Insight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00032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accuracy, precision, recall and F1-score; interpret clusters against real genre labels.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NumPy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38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94176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Matplotlib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Seaborn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6" name="Image 2" descr="/home/claude/work/ppt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9385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47104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K-Means · PCA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classifiers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07424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07424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21" name="Image 3" descr="/home/claude/work/ppt/icons/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6" y="1938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65792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Source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00032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Jupyter Notebook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Kaggle datasets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—  Cardiovascular Disease Prediction (Supervised Pipeline)</a:t>
            </a:r>
            <a:endParaRPr lang="en-US" sz="1400" dirty="0"/>
          </a:p>
        </p:txBody>
      </p:sp>
      <p:pic>
        <p:nvPicPr>
          <p:cNvPr id="5" name="Image 0" descr="/home/claude/work/ppt/icons/arch_car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11064240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—  Spotify Songs’ Genre Segmentation (Unsupervised Pipeline)</a:t>
            </a:r>
            <a:endParaRPr lang="en-US" sz="1400" dirty="0"/>
          </a:p>
        </p:txBody>
      </p:sp>
      <p:pic>
        <p:nvPicPr>
          <p:cNvPr id="7" name="Image 1" descr="/home/claude/work/ppt/icons/arch_spot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11064240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Cardiovascular Disease Prediction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the leading cause of death worldwide — the WHO estimates 19.8 million deaths in 2022, close to a third of all deaths globally. Many risk factors (blood pressure, cholesterol, glucose, lifestyle habits) are measurable well before a cardiac event, motivating data-driven early screening from routine health-check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8013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anonymized patient records (68,613 after cleaning)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clinical &amp; lifestyle attributes: age, gender, height, weight, blood pressure, cholesterol, glucose, smoking, alcohol, activity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engineered features: age in years, BMI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presence / absence of cardiovascular disease (near-perfectly balanced, ~50/50)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— Exploratory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prevalence rises steadily with age and BMI, and sharply with cholesterol — from 43.5% (normal) to 76.2% (well above normal).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 (0.43), diastolic BP (0.34), age (0.24) and cholesterol (0.22) are the attributes most correlated with disease.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alcohol and activity show only a weak relationship in the raw data — most likely self-report bias rather than a true protective effect.</a:t>
            </a:r>
            <a:endParaRPr lang="en-US" sz="1350" dirty="0"/>
          </a:p>
        </p:txBody>
      </p:sp>
      <p:pic>
        <p:nvPicPr>
          <p:cNvPr id="5" name="Image 0" descr="/home/claude/work/ppt/assets/cardio_4_7_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08760"/>
            <a:ext cx="56235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— Model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23774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performer at 73.53% accuracy. All five models cluster within a narrow 72–74% band — the ceiling here is set more by overlap in the clinical data itself than by algorithm choice.</a:t>
            </a:r>
            <a:endParaRPr lang="en-US" sz="1250" dirty="0"/>
          </a:p>
        </p:txBody>
      </p:sp>
      <p:pic>
        <p:nvPicPr>
          <p:cNvPr id="6" name="Image 0" descr="/home/claude/work/ppt/assets/cardio_4_9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257800" cy="2953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Spotify Songs’ Genre Segmentation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mu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curate music using numerical audio features (danceability, energy, valence, tempo) as much as explicit choices. Genre is a human, cultural label layered on a continuous acoustic space — two songs in the same genre can sound very different. This project explores whether audio features alone can recover meaningful genre-like groupings.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8013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 Spotify tracks (28,352 unique after de-duplication)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playlist genres: pop, rap, rock, latin, r&amp;b, edm — across 24 subgenres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numerical audio features used: danceability, energy, key, loudness, mode, speechiness, acousticness, instrumentalness, liveness, valence, tempo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task — genre label used only to validate clusters afterward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Exploratory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assets/spotify_1_genr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2120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737360"/>
            <a:ext cx="5623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genres are fairly evenly represented (4,136–5,398 tracks each), so no single genre dominates the clustering by sample size alone.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has the highest energy and lowest acousticness; rock has the lowest danceability; latin has the highest valence.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loudness are strongly positively correlated; energy and acousticness are strongly negatively correlated.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Clustering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assets/spotify_7_pca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949440" cy="2944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D2C58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645920"/>
            <a:ext cx="1645920" cy="7955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26680" y="2404872"/>
            <a:ext cx="16459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CHOSEN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46920" y="1554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D2C58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0" y="1645920"/>
            <a:ext cx="1783080" cy="7955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784080" y="2404872"/>
            <a:ext cx="17830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3108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(58.0%) and EDM (57.7%) </a:t>
            </a: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the purest clusters — each has a distinctive acoustic signature (high speechiness for rap; high energy, low acousticness for EDM) that K-Means isolates without ever seeing the genre label.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4572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Pop, latin, r&amp;b and rock </a:t>
            </a: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much more (21–32% purity) — audio features alone don’t cleanly separate these genres.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9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184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Pipelines: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Cleaned and engineered two real-world datasets totalling nearly 97,000 records, from raw CSV to analysis-ready form.</a:t>
            </a:r>
            <a:endParaRPr lang="en-US" sz="1350" dirty="0"/>
          </a:p>
        </p:txBody>
      </p:sp>
      <p:pic>
        <p:nvPicPr>
          <p:cNvPr id="6" name="Image 1" descr="/home/claude/work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786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4871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Classification: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and compared 5 algorithms (Logistic Regression, KNN, SVM, Decision Tree, Random Forest), reaching 73.53% accuracy with SVM.</a:t>
            </a:r>
            <a:endParaRPr lang="en-US" sz="1350" dirty="0"/>
          </a:p>
        </p:txBody>
      </p:sp>
      <p:pic>
        <p:nvPicPr>
          <p:cNvPr id="8" name="Image 2" descr="/home/claude/work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4728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3558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Clustering: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Applied K-Means and PCA to segment 28,352 tracks by audio features, and validated clusters against real genre labels.</a:t>
            </a:r>
            <a:endParaRPr lang="en-US" sz="1350" dirty="0"/>
          </a:p>
        </p:txBody>
      </p:sp>
      <p:pic>
        <p:nvPicPr>
          <p:cNvPr id="10" name="Image 3" descr="/home/claude/work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1596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2245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Visual Storytelling: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Produced 22 charts — correlation heatmaps, cluster plots, confusion matrices — to communicate findings clearly.</a:t>
            </a:r>
            <a:endParaRPr lang="en-US" sz="1350" dirty="0"/>
          </a:p>
        </p:txBody>
      </p:sp>
      <p:pic>
        <p:nvPicPr>
          <p:cNvPr id="12" name="Image 4" descr="/home/claude/work/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8464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509320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Honest Evaluation:</a:t>
            </a: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Reported counter-intuitive and weak results (e.g. smoking vs. disease rate, low silhouette score) rather than only favourable ones.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6849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 Internship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December 2025 – 05 January 2026 (1 Month)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Corizo Dice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CRZ140452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Hemant Ingle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Certifying Partner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Bombay’s Mood Indigo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25896" y="1554480"/>
            <a:ext cx="7139904" cy="4827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  |  25SCS1003001691  |  Corizo AI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666848" y="3657600"/>
            <a:ext cx="685800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</p:spPr>
      </p:sp>
      <p:pic>
        <p:nvPicPr>
          <p:cNvPr id="4" name="Image 0" descr="/home/claude/work/ppt/icons/cand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608" y="39776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89808" y="39136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Keshav Shandilya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25SCS1003001691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5848" y="3886200"/>
            <a:ext cx="0" cy="822960"/>
          </a:xfrm>
          <a:prstGeom prst="line">
            <a:avLst/>
          </a:prstGeom>
          <a:noFill/>
          <a:ln w="12700">
            <a:solidFill>
              <a:srgbClr val="E1E4EA"/>
            </a:solidFill>
            <a:prstDash val="solid"/>
          </a:ln>
        </p:spPr>
      </p:sp>
      <p:pic>
        <p:nvPicPr>
          <p:cNvPr id="7" name="Image 1" descr="/home/claude/work/ppt/icons/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8" y="39776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7368" y="39136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1360</Words>
  <Application>Microsoft Office PowerPoint</Application>
  <PresentationFormat>Widescreen</PresentationFormat>
  <Paragraphs>196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Keshav Shandilya</cp:lastModifiedBy>
  <cp:revision>2</cp:revision>
  <dcterms:created xsi:type="dcterms:W3CDTF">2026-08-30T07:27:04Z</dcterms:created>
  <dcterms:modified xsi:type="dcterms:W3CDTF">2026-09-08T16:39:06Z</dcterms:modified>
</cp:coreProperties>
</file>